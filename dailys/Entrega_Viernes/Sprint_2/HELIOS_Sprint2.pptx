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A4F6B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A"/>
                </a:solidFill>
                <a:latin typeface="Calibri"/>
              </a:rPr>
              <a:t>Sistema unificado de citas medicas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A36"/>
                </a:solidFill>
                <a:latin typeface="Calibri"/>
              </a:rPr>
              <a:t>Sprint 2 — Cancelacion y Reprogramacion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A8478"/>
                </a:solidFill>
                <a:latin typeface="Calibri"/>
              </a:rPr>
              <a:t>+ 6 bugs resueltos · seguridad RLS reforzada · 117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Jose Brown (PO) · Ethan Gonzalez (Frontend) ·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Ashley Martinez (QA) · Marian Barba (Scrum Master / DevOps)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UTP · Calidad de Software · 2026 · Presentacion 5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DAILY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Las 3 preguntas del Sprint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3749039" cy="73152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8478"/>
                </a:solidFill>
                <a:latin typeface="Calibri"/>
              </a:rPr>
              <a:t>Que hicimos?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Cancelar cita (autoservicio)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Reprogramar cita a otro horario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Tabla de auditoria citas_historial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6 bugs resueltos (B-21..B-26)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Cerramos hueco de seguridad RLS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737360"/>
            <a:ext cx="3749039" cy="73152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A89B"/>
                </a:solidFill>
                <a:latin typeface="Calibri"/>
              </a:rPr>
              <a:t>Que sigue?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3: Sincronizacion entre sedes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4: Notificaciones por email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5: Pruebas (OWASP ZAP +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Lighthouse) y cierre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Mover chequeo cedula a RPC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38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8" y="1737360"/>
            <a:ext cx="3749039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8A04"/>
                </a:solidFill>
                <a:latin typeface="Calibri"/>
              </a:rPr>
              <a:t>Bloqueos?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Bug critico de UNIQUE en cancelar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(lo detecto el code review)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Resuelto: indice unico parcial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Cero regresiones del Sprint 1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Todo en produccion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— 40s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5544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Cancelar y reprogramar una cita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931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A6B7A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8366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Inicia sesion y ve a 'Mis Citas'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246888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52374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En una cita confirmada: Cancelar o Reprogramar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310896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6382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Cancelar -&gt; confirma -&gt; queda 'Cancelada'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74904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80390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El horario se libera para otros pacientes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438912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44398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Reprogramar -&gt; elige otra hora del calendario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50292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08406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La cita se mueve, sin perder el codigo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(QA) — 60s — Demo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BUGS RESUELTOS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6 bugs arreglados en Sprint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73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Calendario desfasaba la hora (zona horaria)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208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Vista de botones timezone-safe; se quito FullCalendar (bundle -34%)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41448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Cedula rechazaba tipos validos (PE-5-687)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Soporta 5 tipos panameños + ejemplos + deteccion de tipo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91256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7296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Sin doble confirmacion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Confirmar cedula y contraseña deben coincidir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1064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227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Sin validar telefono/nombre/correo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7024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Validaciones que rechazan datos basura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90872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6725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Dejaba agendar horas ya pasadas de hoy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005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Filtra slots vencidos del dia actual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223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RLS permisiva: acceso a datos ajenos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6986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Cerrado el hueco sprint1_all en 7 tablas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50s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28600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CANCELAR / REPROGRAMAR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Como lo construimos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89B"/>
                </a:solidFill>
                <a:latin typeface="Calibri"/>
              </a:rPr>
              <a:t>FRONTEND (Ethan)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Hooks useCancelarCita / useReprogramarCita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Boton Cancelar con modal de confirmacion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Modal Reprogramar que reusa el calendario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(vista de botones timezone-safe)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MisCitas: badges por estado + botones solo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en citas confirmadas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Dashboard medico: oculta canceladas de hoy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Manejo de errores con mensaje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5448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Calibri"/>
              </a:rPr>
              <a:t>BACKEND / SQL (Alejandro)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cancelar_cita_atomica(cita): libera horario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reprogramar_cita_atomica(cita, nuevo): swap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Ambas SECURITY DEFINER: validan dueño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FOR UPDATE: evita 2 pacientes mismo slot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Tabla citas_historial + trigger (auditoria)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Fix critico (code review): UNIQUE(horario_id)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-&gt; indice unico PARCIAL (excluye canceladas)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Ethan + Alejandro — 60s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5544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B-26: cerramos un hueco real de 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4F7F8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ANTES (vulnerable)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Policy 'sprint1_all' permisiva en 7 tablas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Cualquier usuario podia leer/modificar/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borrar datos de OTROS por la API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B-14 agrego reglas estrictas pero no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borro la permisiva (se anulaban)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F4F7F8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DESPUES (seguro)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Migracion transaccional: re-crea reglas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estrictas y LUEGO borra la permisiva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Cada quien ve/edita SOLO lo suyo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Sin romper nada (0 datos perdidos)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Con rollback de emergencia incluido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solidFill>
            <a:srgbClr val="0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Importante: NO se borro ningun usuario, contraseña ni dato.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DDC97"/>
                </a:solidFill>
                <a:latin typeface="Calibri"/>
              </a:rPr>
              <a:t>Solo se cambiaron REGLAS de permiso (policies). auth.users intacto. Las cuentas de la demo siguen funcionando igual.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Alejandro (Tech Lead) — 35s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DIAGRAMAS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Flujo del usuario y arquitectura</a:t>
            </a:r>
          </a:p>
        </p:txBody>
      </p:sp>
      <p:pic>
        <p:nvPicPr>
          <p:cNvPr id="5" name="Picture 4" descr="diagrama_flujo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96015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Fig 1. Flujo paciente/medico</a:t>
            </a:r>
          </a:p>
        </p:txBody>
      </p:sp>
      <p:pic>
        <p:nvPicPr>
          <p:cNvPr id="7" name="Picture 6" descr="diagrama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920240"/>
            <a:ext cx="346418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6035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Fig 2. Arquitectura: GitHub -&gt; Railway -&gt; React -&gt; Supabase (RLS)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Ethan / Alejandro — diagramas (evidencia)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9202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MEDICION (UNIDAD 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ISTQB · TMMi · TQM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4F6B"/>
                </a:solidFill>
                <a:latin typeface="Calibri"/>
              </a:rPr>
              <a:t>ISTQB — metricas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060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tests pasan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26060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61.4%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51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cobertura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26060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300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P95 200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54680"/>
            <a:ext cx="26060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246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6/0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94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bugs res./pend.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5448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4F6B"/>
                </a:solidFill>
                <a:latin typeface="Calibri"/>
              </a:rPr>
              <a:t>TMMi — madurez (Nivel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11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Metricas registradas por sprint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Code review obligatorio antes de merge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Threshold cobertura &gt;=60% en CI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Cada bug genera test de regresion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Calibri"/>
              </a:rPr>
              <a:t>TQM — mejora continua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PO prueba el deploy real antes de entregar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Bugs de uso real se arreglan en la jornada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Plan Mode antes de codificar; doc viva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Bug critico cazado por review (antes de prod)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ISTQB + TMMi + TQM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REGISTRO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Metricas + Herramientas +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4F6B"/>
                </a:solidFill>
                <a:latin typeface="Calibri"/>
              </a:rPr>
              <a:t>Registro de metricas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Requerimientos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0574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HELL-3: cancelar + reprogramar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2432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Diseno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24328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2 RPC SQL + 1 tabla + 4 hooks/comp.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91256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Codigo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91256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~2.6 KLOC · 11 archivos · commits firmados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58184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Defectos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58184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6 detectados · 6 resueltos · 0 pend.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2511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Esfuerzo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25112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ciclos &lt;30 min/bug · ~2 sem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Productividad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9204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~2 deploys/dia · bundle -34%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589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A36"/>
                </a:solidFill>
                <a:latin typeface="Calibri"/>
              </a:rPr>
              <a:t>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458968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117 tests · P95 300ms · 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55448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4F6B"/>
                </a:solidFill>
                <a:latin typeface="Calibri"/>
              </a:rPr>
              <a:t>Herramientas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GitHub (commits firmados, code review)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Jira (Kanban HELL-3 + 13 subtareas)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Vitest + RTL (117 tests) · Locust (carga)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Supabase (BD+Auth+RLS) · Railway (deploy)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SonarCloud configurado (analisis estatico)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4F6B"/>
                </a:solidFill>
                <a:latin typeface="Calibri"/>
              </a:rPr>
              <a:t>Kanban HELL-3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262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Done: 6 bugs + cancelar + reprogramar + historial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In Progress: (sprint cerrado)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2A36"/>
                </a:solidFill>
                <a:latin typeface="Calibri"/>
              </a:rPr>
              <a:t>•  To Do (Sprint 5): OWASP ZAP + Lighthouse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registro + herramientas + Kanban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Sprint 2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Cancelar y reprogramar citas en produccion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6 bugs resueltos (calendario, cedula, validaciones, seguridad)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Auditoria de cambios con citas_historial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Hueco de seguridad RLS cerrado (B-26)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117 tests · build limpio · cero regresiones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Sprint 2 entregado. Siguiente: Sincronizacion entre sedes (Sprint 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DC97"/>
                </a:solidFill>
                <a:latin typeface="Calibri"/>
              </a:rPr>
              <a:t>Gracias. Preguntas?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cierre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