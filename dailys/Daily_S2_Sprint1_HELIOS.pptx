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0" y="-914400"/>
            <a:ext cx="3657600" cy="365760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5029200"/>
            <a:ext cx="3657600" cy="274320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Calibri"/>
              </a:rPr>
              <a:t>UTP · CALIDAD DE SOFTWARE · PARCIAL 2 · UNIDAD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Daily Scrum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Sprint 1 · Agendamiento de Citas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DDC97"/>
                </a:solidFill>
                <a:latin typeface="Calibri"/>
              </a:rPr>
              <a:t>Avance semanal · ISTQB · TMMi · TQM aplicados a HELIOS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ETAPA: SPRINT 1 - MVP ACADEMICO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89120"/>
            <a:ext cx="365760" cy="457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Equipo Grupo HELIOS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José Brown · Ethan Gonzalez · Alejandro Saenz · Ashley Martinez · Marian Barba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DDC97"/>
                </a:solidFill>
                <a:latin typeface="Calibri"/>
              </a:rPr>
              <a:t>Universidad Tecnológica de Panamá · 27 de May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1 — AVANCE DEL SPRINT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hicimos esta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Pasamos de Sprint 0 (documentación) a MVP académico funcional para validación con compañeros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4297680" cy="54864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INFRAESTRUCTURA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Schema PostgreSQL ejecutado: 7 tablas + RLS + RPC atómica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Supabase Auth habilitado con email/password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Frontend Vite + React 19 + TS 6 conectado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Deploy en Railway con dominio público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Tablero Jira HELL actualizado · Sprint 1 en progreso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2103120"/>
            <a:ext cx="4297680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FEATURES IMPLEMENTADAS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US-01 · Selector Especialidad + Sede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US-02 · Lista de médicos filtrada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US-03 · Calendario con horarios reales (FullCalendar)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US-04 · Formulario de confirmación + código de cita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US-05 · Página Mis Citas con joins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Auth: Registro + Login + Protección de rutas</a:t>
            </a:r>
          </a:p>
        </p:txBody>
      </p:sp>
      <p:pic>
        <p:nvPicPr>
          <p:cNvPr id="13" name="Picture 12" descr="qr_helio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03120"/>
            <a:ext cx="2103120" cy="2103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0" y="42519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8478"/>
                </a:solidFill>
                <a:latin typeface="Calibri"/>
              </a:rPr>
              <a:t>Escanea el 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4526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helios-web-production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7365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.up.railway.app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212080"/>
            <a:ext cx="91440" cy="100584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archivos TS/TSX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pasando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65%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cobertura stmts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2,700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horarios en BD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5/5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US implementadas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2 — PLANIFICACIÓN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haremos la próxima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Semana del 1 al 7 de junio · cierre Sprint 1: 11 de junio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657600" cy="50292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ALTA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HU-02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Agenda médico en Realtime — Alejandro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Endurecer políticas por rol — Alejandro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Subir cobertura a 70%+ — Ashley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Aplicar cuestionario SUS — Ashley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94560"/>
            <a:ext cx="3657600" cy="50292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SONAR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Ejecutar pasada SonarCloud — Ethan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TIPOS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Codegen Supabase tipos TS — Ethan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CARGA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Locust 1000 usuarios — Ashley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CI/CD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GitHub Actions con tests + Sonar — Marian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2194560"/>
            <a:ext cx="3657600" cy="502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BAJA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Notificaciones Supabase Edge — Alejandro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Instalable en móvil — Ethan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Telemetría / Supabase logs — Marian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Pulir copy y diseño — José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9904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Sprint 1 cierra el 11 de junio · próximo demo a la profesora · siguiente módulo: Cancelación y Reprogramación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3 — BLOQUEOS Y MITIGACIONES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problemas tuvimos?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Bloqueos identificados durante la semana y cómo los resolvimos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Registro duplicado: auth sin paciente mostraba 'Crear cuenta'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Usuarias logueadas veían form de registro en blanco tras correr el seed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743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Register.tsx detecta 3 escenarios (cargando/completo/falta perfil) y muestra UI 'Completa tu perfil'.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08152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449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Toolbar de navegación no respondía a clicks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375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Calendario tapaba los NavLinks del header (sin stacking context)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204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sticky top-0 z-50 en &lt;header&gt; de AppLayout + z-10 en &lt;nav&gt;.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4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85876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82219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Seed destructivo borraba citas de usuarias reales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8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reset_tables() ejecutaba DELETE en citas/pacientes/auth_paciente_link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reset_tables() solo borra catálogo. Datos de usuarios preservados.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2628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463600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59943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Loading infinito 'Verificando sesión...' en useAuth.tsx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8920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Supabase fallando (cold start/RLS) dejaba setLoading(true) para siempre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749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try/catch/finally garantiza setLoading(false) + race condition fix con useRef.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91440" cy="68580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541324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EN CURSO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37667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RLS permisivo en Sprint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6692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Política USING (true) permite ver datos de otros pacientes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852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documentado como deuda técnica conocida. Primer ticket del Sprint 2.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08076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6080760"/>
            <a:ext cx="91440" cy="685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" y="61904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615391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Métrica P95 de Locust aún no medida en deploy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64465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Solo medido en local; falta correr contra Railway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66294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Ashley correrá Locust el martes y agregará el reporte HTML.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EVIDENCIAS DE HERRAMIENTAS — BACKLOG JIRA 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Tablero de tareas en Jira (proyecto HELL)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15 issues creadas via API · 10 Done · 2 In Progress · 3 To Do · 53 Story 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0A8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anban_ji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11064240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39165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Cada issue tiene responsable, story points y descripción técnica · Backlog evidencia cumplimiento de la Unidad II punto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APLICACIÓN DE LA UNIDAD II — ISTQB · TMMI · TQM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Métricas Sprint 1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Cada métrica está alineada con un marco de calidad de la Unidad II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36576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Categoría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933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933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Valor real medido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933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Herramienta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993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Marco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408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408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US con criterios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408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100% (5/5)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408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Notion + Obsidian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3408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· TMMi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60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6609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Trazabilidad US→BD→Comp→Test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6609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609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Matriz manual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660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 Nivel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260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809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29809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Volatilidad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9809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 cambios mid-sprint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9809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Backlog Jira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9809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2461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3009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33009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Tablas BD vs documentadas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33009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7/7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009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Supabase + Obsidian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00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ISO/IEC 25010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6210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36210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Componentes con SRP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6210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9/9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6210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Code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6210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862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941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3941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statements (Vitest)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39410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65.26%  (≥ 60% target)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39410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9410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2611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42611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lines / functions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2611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81.72% / 89.28%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2611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42611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581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40" y="45811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Tests automatizados pasando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77840" y="45811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39/39 (100%)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581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45811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9011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49011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P50 (Locust)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49011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120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49011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40" y="49011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52212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5221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P95 (Locust)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77840" y="52212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300 ms  (target &lt;2000 ms)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52212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52212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55412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Tasa de error bajo carga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77840" y="5541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0/6.105 = 0.00%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38160" y="5541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8640" y="58613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58613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Throughput sostenido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8613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103.85 req/s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38160" y="58613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58613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61813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77440" y="61813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KLOC del Sprint (producto)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77840" y="61813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1.71 KLOC medidas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38160" y="61813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Script Python conteo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49840" y="61813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8640" y="65013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77440" y="65013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Productividad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77840" y="6501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0.342 KLOC/persona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38160" y="65013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1.71/5 personas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65013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7200" y="67665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40" y="68214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77440" y="6821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Tasa de defectos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77840" y="68214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4.09 bugs/KLOC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38160" y="68214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7 bugs / 1.71 KLOC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49840" y="6821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" y="70866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48640" y="71414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Proceso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377440" y="71414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Ciclo Goal→Metric→Acción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577840" y="71414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Documentado en daily MD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38160" y="71414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Daily Scrum semanal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49840" y="71414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200" y="6446520"/>
            <a:ext cx="11247120" cy="292608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Marcos aplicados: ISTQB Foundation 2018 · TMMi (medición y control) · TQM (mejora continua) · ISO/IEC 25010 · Pressman (2010)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