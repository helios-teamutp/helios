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ETAPA: SPRINT 1 - MVP ACADEMICO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8912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26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MVP académico funcional para validación con compañeros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ejecutado: 7 tablas + RLS + RPC atómica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Stack muy nuevo (React 19.2 + TS 6 + Vite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TypeScript falla con tipos genéricos en cliente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cliente sin tipado genérico para Sprint 1 + ticket de codegen para Sprint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Validación de cédula panameña rechazaba PE-12-345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El regex inicial era demasiado 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simplificada a '5-12 dígitos tras quitar prefijo y guiones' + 7 casos de prueba.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Vitest 4 mock hoisting con variables externas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fallaban con 'Cannot access X before initialization'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usar vi.hoisted() para variables compartidas entre mock y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EVIDENCIAS DE HERRAMIENTAS — BACKLOG JIRA 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Tablero de tareas en Jira (proyecto 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15 issues creadas via API · 10 Done · 2 In Progress · 3 To Do · 53 Story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0A8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anban_ji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39165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Cada issue tiene responsable, story points y descripción técnica · Backlog evidencia cumplimiento de la Unidad II punto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P50 (Locust)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120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Latencia P95 (Locust)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300 ms  (target &lt;2000 ms)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rendimiento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Tasa de error bajo carga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0/6.105 = 0.00%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No funcional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Throughput sostenido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103.85 req/s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Locust 2.31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≈ 1.4 KLOC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cloc / SonarCloud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65013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77440" y="65013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77840" y="6501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0.28 KLOC/persona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38160" y="65013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Cálculo manual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65013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67665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40" y="68214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7440" y="6821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Goal→Metric→Acción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77840" y="68214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daily MD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38160" y="6821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6821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